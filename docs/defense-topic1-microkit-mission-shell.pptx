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基于 seL4 Microkit 的使命软件约束外壳</a:t>
            </a:r>
          </a:p>
          <a:p>
            <a:pPr algn="ctr"/>
            <a:r>
              <a:rPr sz="2200" b="0">
                <a:solidFill>
                  <a:srgbClr val="C8D6E5"/>
                </a:solidFill>
                <a:latin typeface="Microsoft YaHei"/>
                <a:ea typeface="Microsoft YaHei"/>
              </a:rPr>
              <a:t>本科毕业设计答辩演示（题目1 · S0→S1）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D0D8E0"/>
                </a:solidFill>
                <a:latin typeface="Microsoft YaHei"/>
                <a:ea typeface="Microsoft YaHei"/>
              </a:rPr>
              <a:t>圆心：明示托付 ∧ 仍在执行这一件 ∧ 检查可被证伪</a:t>
            </a:r>
          </a:p>
          <a:p>
            <a:pPr algn="ctr"/>
            <a:r>
              <a:rPr sz="1600" b="0">
                <a:solidFill>
                  <a:srgbClr val="D0D8E0"/>
                </a:solidFill>
                <a:latin typeface="Microsoft YaHei"/>
                <a:ea typeface="Microsoft YaHei"/>
              </a:rPr>
              <a:t>非临床 · 仅仿真 · K仅引用 / A可演示 / M纪律 / U非空</a:t>
            </a:r>
          </a:p>
          <a:p>
            <a:pPr algn="ctr"/>
            <a:r>
              <a:rPr sz="1600" b="0">
                <a:solidFill>
                  <a:srgbClr val="D0D8E0"/>
                </a:solidFill>
                <a:latin typeface="Microsoft YaHei"/>
                <a:ea typeface="Microsoft YaHei"/>
              </a:rPr>
              <a:t>交付 ≠ 达成 · ALLOW_SIM ≠ 使命完成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1. 问题：高保证底座上的两类误读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误读一：内核已验证 ⇒ 应用使命已达成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误读二：测试绿 / 仿真放行 / 交付上线 ⇒ 仍在执行被托付的那一件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4E79"/>
                </a:solidFill>
                <a:latin typeface="Microsoft YaHei"/>
                <a:ea typeface="Microsoft YaHei"/>
              </a:rPr>
              <a:t>本课题立场：不重做 seL4 证明；在用户态挂接可机检的使命纪律外壳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方法坐标：定义 · 对齐 · 达成；人立法、划界、审判；模型不签发托付、不使能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非目标：临床、出束写使能、注册材料、seL4/CompCert 级应用宣称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2. 目标与分期（S0 → S1）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S0 工具链：Windows + Docker 复现 sel4test（QEMU）→ All is well in the universe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S1 使命外壳：Microkit 两保护域 gatekeeper（被动）+ client（场景脚本）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纪律件：托付类别 · 禁区拒绝 · 人共签显式通道 · 证据哈希链（演示级）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可切换场景：DEMO_PROFILE = full | cosign_only | false_only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验收关键词：ALLOW_SIM / DENY / COSIGN / EVIDENCE(prev,this) / MISSION_SHELL_DEMO_DONE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3. 系统结构（Microkit）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板级：qemu_virt_aarch64 · SDK 2.3.1 · trustworthysystems/sel4 容器编译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gatekeeper（passive PPC）：共签状态机 + 假使命判定 + FNV-1a32 证据链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client：按 profile 发起 QUERY/GRANT/合法/假使命/REVOKE/TIP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分层：K=引用 seL4/Microkit；A=本演示代码；M=纪律行为；U=真签/真硬件/临床…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4. 人共签通道（默认 OFF）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A02828"/>
                </a:solidFill>
                <a:latin typeface="Microsoft YaHei"/>
                <a:ea typeface="Microsoft YaHei"/>
              </a:rPr>
              <a:t>禁止静默共签：启动时 human_cosign_ok = 0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GRANT / REVOKE / QUERY：显式 PPC 消息（演示占位，非电子签名系统）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共签前合法请求 → DENY|no_human_cosign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7A3D"/>
                </a:solidFill>
                <a:latin typeface="Microsoft YaHei"/>
                <a:ea typeface="Microsoft YaHei"/>
              </a:rPr>
              <a:t>GRANT 后合法请求 → ALLOW_SIM（仍标注 sim_only；交付≠达成）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REVOKE 后再合法 → 再次 DENY（可证伪的「仍需人」）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5. 假使命拒绝集（共签开启后仍拒）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expired_entrustment — 过期托付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forbidden_zone — 禁区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advisor_cannot_enable — 顾问/建议妄图使能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empty_U_no_achieve_tag — 空 U 却贴「达成」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意义：把「假使命」从修辞变成可回归的机检用例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6. 证据哈希链（演示级）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格式：EVIDENCE|seq=N|prev=…|this=…|event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A02828"/>
                </a:solidFill>
                <a:latin typeface="Microsoft YaHei"/>
                <a:ea typeface="Microsoft YaHei"/>
              </a:rPr>
              <a:t>算法：FNV-1a 32-bit — 教学用顺序联结，不作抗碰撞/密码学声明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查询：REQ_EVIDENCE_TIP → GATE|CHAIN|tip=…|len=…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实测（full）：len=10，tip 与末条 this 一致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与三层证据叙事对齐：此处是可观察的机器层痕迹，人审判仍在外壳之外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7. 本机实验结果（DEMO_PROFILE=full）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</a:rPr>
              <a:t>COSIGN OFF → legal_before_cosign DENY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B7A3D"/>
                </a:solidFill>
                <a:latin typeface="Microsoft YaHei"/>
                <a:ea typeface="Microsoft YaHei"/>
              </a:rPr>
              <a:t>GRANT → legal_sim ALLOW_SIM（sim_only 注释保留）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四类假使命全部 DENY；REVOKE 后再合法 DENY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evidence_tip → tip/len → MISSION_SHELL_DEMO_DONE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</a:rPr>
              <a:t>QEMU rc=124：timeout 收尾；验收看串口关键词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555555"/>
                </a:solidFill>
                <a:latin typeface="Microsoft YaHei"/>
                <a:ea typeface="Microsoft YaHei"/>
              </a:rPr>
              <a:t>无 DEMO_PROFILE 的旧日志会一上来 ALLOW——请以 full 为准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8. 复现命令（答辩现场）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0B1F3A"/>
                </a:solidFill>
                <a:latin typeface="Microsoft YaHei"/>
                <a:ea typeface="Microsoft YaHei"/>
              </a:rPr>
              <a:t>docker run --rm -e DEMO_PROFILE=full \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  <a:latin typeface="Microsoft YaHei"/>
                <a:ea typeface="Microsoft YaHei"/>
              </a:rPr>
              <a:t>  -v &lt;REPO_ROOT&gt;:/work -w /work/mission-shell \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0B1F3A"/>
                </a:solidFill>
                <a:latin typeface="Microsoft YaHei"/>
                <a:ea typeface="Microsoft YaHei"/>
              </a:rPr>
              <a:t>  trustworthysystems/sel4:latest bash /work/mission-shell/docker_build_run.sh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切换：DEMO_PROFILE=cosign_only 或 false_only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工程：&lt;REPO_ROOT&gt;\mission-shell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9. 答辩预答（精简）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  <a:latin typeface="Microsoft YaHei"/>
                <a:ea typeface="Microsoft YaHei"/>
              </a:rPr>
              <a:t>Q：为何不算 seL4 证明？A：证明对象是内核；本题在用户态 A/M，K 仅引用。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  <a:latin typeface="Microsoft YaHei"/>
                <a:ea typeface="Microsoft YaHei"/>
              </a:rPr>
              <a:t>Q：ALLOW_SIM 是否成功？A：否。仅仿真放行；交付≠达成。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  <a:latin typeface="Microsoft YaHei"/>
                <a:ea typeface="Microsoft YaHei"/>
              </a:rPr>
              <a:t>Q：哈希链安全吗？A：FNV 演示顺序完整性，不作密码学保证。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  <a:latin typeface="Microsoft YaHei"/>
                <a:ea typeface="Microsoft YaHei"/>
              </a:rPr>
              <a:t>Q：人共签是真签名吗？A：否。是显式通道占位，禁默许。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0B1F3A"/>
                </a:solidFill>
                <a:latin typeface="Microsoft YaHei"/>
                <a:ea typeface="Microsoft YaHei"/>
              </a:rPr>
              <a:t>Q：与 CompCert？A：同属条件保证谱系；本阶段底座为 seL4/Microkit。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  <a:ea typeface="Microsoft YaHei"/>
              </a:rPr>
              <a:t>  10. 结论与下一步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55555"/>
                </a:solidFill>
                <a:latin typeface="Microsoft YaHei"/>
                <a:ea typeface="Microsoft YaHei"/>
              </a:rPr>
              <a:t>题目1 · seL4/Microkit 使命约束外壳 · 非临床 · 不宣称 seL4 级应用证明 · 交付≠达成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B7A3D"/>
                </a:solidFill>
                <a:latin typeface="Microsoft YaHei"/>
                <a:ea typeface="Microsoft YaHei"/>
              </a:rPr>
              <a:t>已完成：S0 工具链 + S1 使命外壳（共签·假使命·证据链）+ 开题文本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贡献：把使命纪律做成与高保证底座同机可跑、可证伪的小系统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边界：非临床、无出束写使能、不宣称 seL4 级应用保证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0B1F3A"/>
                </a:solidFill>
                <a:latin typeface="Microsoft YaHei"/>
                <a:ea typeface="Microsoft YaHei"/>
              </a:rPr>
              <a:t>可选后续：学院 Word 套版 · 对照实验表进论文 · CompCert 对照题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